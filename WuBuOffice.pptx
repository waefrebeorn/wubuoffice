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/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/>
        <p:txBody>
          <a:bodyPr/>
          <a:lstStyle/>
          <a:p>
            <a:r>
              <a:t>WuBu Office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/>
        <p:txBody>
          <a:bodyPr/>
          <a:lstStyle/>
          <a:p>
            <a:pPr>
              <a:buFont typeface="Arial"/>
              <a:buChar char="•"/>
            </a:pPr>
            <a:r>
              <a:t>A ground-up C11 SLERM of PowerPoint.</a:t>
            </a:r>
          </a:p>
          <a:p>
            <a:pPr>
              <a:buFont typeface="Arial"/>
              <a:buChar char="•"/>
            </a:pPr>
            <a:r>
              <a:t>Every byte written from scratch.</a:t>
            </a:r>
          </a:p>
          <a:p>
            <a:pPr>
              <a:buFont typeface="Arial"/>
              <a:buChar char="•"/>
            </a:pPr>
            <a:r>
              <a:t>No forks, no telemetry.</a:t>
            </a:r>
          </a:p>
        </p:txBody>
      </p:sp>
    </p:spTree>
  </p:cSld>
  <p:clrMapOvr>
    <a:overrideClrMapping masterClrMapping="1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/>
        <p:txBody>
          <a:bodyPr/>
          <a:lstStyle/>
          <a:p>
            <a:r>
              <a:t>No Forks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/>
        <p:txBody>
          <a:bodyPr/>
          <a:lstStyle/>
          <a:p>
            <a:pPr>
              <a:buFont typeface="Arial"/>
              <a:buChar char="•"/>
            </a:pPr>
            <a:r>
              <a:t>Reference repos audited for format truth only.</a:t>
            </a:r>
          </a:p>
          <a:p>
            <a:pPr>
              <a:buFont typeface="Arial"/>
              <a:buChar char="•"/>
            </a:pPr>
            <a:r>
              <a:t>Zero external dependencies.</a:t>
            </a:r>
          </a:p>
          <a:p>
            <a:pPr>
              <a:buFont typeface="Arial"/>
              <a:buChar char="•"/>
            </a:pPr>
            <a:r>
              <a:t>POSIX + C11 + nothing else.</a:t>
            </a:r>
          </a:p>
        </p:txBody>
      </p:sp>
    </p:spTree>
  </p:cSld>
  <p:clrMapOvr>
    <a:overrideClrMapping masterClrMapping="1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/>
        <p:txBody>
          <a:bodyPr/>
          <a:lstStyle/>
          <a:p>
            <a:pPr>
              <a:buFont typeface="Arial"/>
              <a:buChar char="•"/>
            </a:pPr>
            <a:r>
              <a:t>Embed in a game.</a:t>
            </a:r>
          </a:p>
          <a:p>
            <a:pPr>
              <a:buFont typeface="Arial"/>
              <a:buChar char="•"/>
            </a:pPr>
            <a:r>
              <a:t>Drive a headless document pipeline.</a:t>
            </a:r>
          </a:p>
          <a:p>
            <a:pPr>
              <a:buFont typeface="Arial"/>
              <a:buChar char="•"/>
            </a:pPr>
            <a:r>
              <a:t>Ship it inside the engine.</a:t>
            </a:r>
          </a:p>
        </p:txBody>
      </p:sp>
    </p:spTree>
  </p:cSld>
  <p:clrMapOvr>
    <a:overrideClrMapping masterClrMapping="1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/>
      <a:lnStyleLst/>
      <a:effectStyleLst/>
      <a:bgFillStyleLst/>
    </a:fmtScheme>
  </a:themeElements>
</a:theme>
</file>